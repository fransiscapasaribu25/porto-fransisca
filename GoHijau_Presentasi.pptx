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5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leaf_6FBF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71323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GOHIJAU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22860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Komunitas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Eco-Living Indonesia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desain &amp; pengembangan website — dari wireframe hingga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komunitas yang siap dipakai untuk berbagi aksi dan donasi lingkungan.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54864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83A2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86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#EcoLiving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54864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83A2D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5486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#GoGreen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54864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83A2D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5486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#SaveOurPlanet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 Fransisca Agnes Monalisa Pasaribu  ·  UI/UX Designer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PROYEK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Komunitas kecil, ajakan besar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GoHijau adalah website untuk komunitas eco-friendly yang mengajak orang menjalani gaya hidup ramah lingkungan — mulai dari langkah kecil di rumah sampai aksi bersama di lapangan. Situs ini saya rancang dan bangun end-to-end: dari wireframe, alur navigasi, hingga tampilan yang responsif di berbagai perangkat.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3B5240"/>
          </a:solidFill>
          <a:ln/>
        </p:spPr>
      </p:sp>
      <p:pic>
        <p:nvPicPr>
          <p:cNvPr id="6" name="Image 0" descr="assets/icon_recycle_6FBF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4160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754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Daur Ulang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80360" y="39776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3B5240"/>
          </a:solidFill>
          <a:ln/>
        </p:spPr>
      </p:sp>
      <p:pic>
        <p:nvPicPr>
          <p:cNvPr id="9" name="Image 1" descr="assets/icon_tint_6FBF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60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80360" y="4754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Energi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937760" y="397764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3B5240"/>
          </a:solidFill>
          <a:ln/>
        </p:spPr>
      </p:sp>
      <p:pic>
        <p:nvPicPr>
          <p:cNvPr id="12" name="Image 2" descr="assets/icon_seedling_6FBF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1605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4754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Cinta Alam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60920" y="914400"/>
            <a:ext cx="3977640" cy="5394960"/>
          </a:xfrm>
          <a:prstGeom prst="roundRect">
            <a:avLst>
              <a:gd name="adj" fmla="val 1379"/>
            </a:avLst>
          </a:prstGeom>
          <a:solidFill>
            <a:srgbClr val="283A2D"/>
          </a:solidFill>
          <a:ln/>
        </p:spPr>
      </p:sp>
      <p:pic>
        <p:nvPicPr>
          <p:cNvPr id="15" name="Image 3" descr="assets/community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43800" y="1097280"/>
            <a:ext cx="3611880" cy="1691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35240" y="29260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"Bersama menciptakan dunia yang lebih hijau dan berkelanjutan."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635240" y="3794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Tagline halaman Community Service</a:t>
            </a:r>
            <a:endParaRPr lang="en-US" sz="1000" dirty="0"/>
          </a:p>
        </p:txBody>
      </p:sp>
      <p:pic>
        <p:nvPicPr>
          <p:cNvPr id="18" name="Image 4" descr="assets/icon_globe_6FBF7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34340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38160" y="4315968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eco-friendly yang menginspirasi gaya hidup ramah lingkungan untuk generasi mendatang.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GOHIJAU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5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&amp; PROSES DESAIN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sketsa ke situs yang berfungsi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42032" cy="3566160"/>
          </a:xfrm>
          <a:prstGeom prst="roundRect">
            <a:avLst>
              <a:gd name="adj" fmla="val 2518"/>
            </a:avLst>
          </a:prstGeom>
          <a:solidFill>
            <a:srgbClr val="283A2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94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halaman dan alur navigasi utama sebelum masuk ke visual.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965960"/>
            <a:ext cx="2542032" cy="3566160"/>
          </a:xfrm>
          <a:prstGeom prst="roundRect">
            <a:avLst>
              <a:gd name="adj" fmla="val 2518"/>
            </a:avLst>
          </a:prstGeom>
          <a:solidFill>
            <a:srgbClr val="283A2D"/>
          </a:solidFill>
          <a:ln/>
        </p:spPr>
      </p:sp>
      <p:sp>
        <p:nvSpPr>
          <p:cNvPr id="9" name="Text 7"/>
          <p:cNvSpPr/>
          <p:nvPr/>
        </p:nvSpPr>
        <p:spPr>
          <a:xfrm>
            <a:off x="3730752" y="2194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30752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0752" y="329184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palet warna, tipografi, dan komponen — konsisten di seluruh halaman.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42032" cy="3566160"/>
          </a:xfrm>
          <a:prstGeom prst="roundRect">
            <a:avLst>
              <a:gd name="adj" fmla="val 2518"/>
            </a:avLst>
          </a:prstGeom>
          <a:solidFill>
            <a:srgbClr val="283A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2194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9944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329184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tampilan menjadi situs yang responsif dan siap dipakai.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965960"/>
            <a:ext cx="2542032" cy="3566160"/>
          </a:xfrm>
          <a:prstGeom prst="roundRect">
            <a:avLst>
              <a:gd name="adj" fmla="val 2518"/>
            </a:avLst>
          </a:prstGeom>
          <a:solidFill>
            <a:srgbClr val="283A2D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21945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89136" y="27889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&amp; Rapikan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89136" y="329184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alur pengguna: dari membaca konten sampai mengisi form donasi.</a:t>
            </a:r>
            <a:endParaRPr lang="en-US" sz="1150" dirty="0"/>
          </a:p>
        </p:txBody>
      </p:sp>
      <p:pic>
        <p:nvPicPr>
          <p:cNvPr id="20" name="Image 0" descr="assets/icon_code_EFE3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8932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344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&amp; UI: Figma  ·  Front-end: HTML, CSS, JavaScript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GOHIJAU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—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Community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720840" cy="4343400"/>
          </a:xfrm>
          <a:prstGeom prst="roundRect">
            <a:avLst>
              <a:gd name="adj" fmla="val 1263"/>
            </a:avLst>
          </a:prstGeom>
          <a:solidFill>
            <a:srgbClr val="283A2D"/>
          </a:solidFill>
          <a:ln/>
        </p:spPr>
      </p:sp>
      <p:pic>
        <p:nvPicPr>
          <p:cNvPr id="5" name="Image 0" descr="assets/community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874520"/>
            <a:ext cx="635508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937760"/>
            <a:ext cx="6355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kegiatan komunitas: aksi bersama, forum lingkungan, dan peringatan Earth Day.</a:t>
            </a:r>
            <a:endParaRPr lang="en-US" sz="1200" dirty="0"/>
          </a:p>
        </p:txBody>
      </p:sp>
      <p:pic>
        <p:nvPicPr>
          <p:cNvPr id="7" name="Image 1" descr="assets/icon_users_6FBF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7373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676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Aksi Nyata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366760" y="20756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dokumentasi kegiatan komunitas di lapangan.</a:t>
            </a:r>
            <a:endParaRPr lang="en-US" sz="1100" dirty="0"/>
          </a:p>
        </p:txBody>
      </p:sp>
      <p:pic>
        <p:nvPicPr>
          <p:cNvPr id="10" name="Image 2" descr="assets/icon_bullhorn_6FBF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1546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667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Ajakan Bergabung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366760" y="34930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"Join Our Community Today" — mendorong pengunjung ikut ambil bagian.</a:t>
            </a:r>
            <a:endParaRPr lang="en-US" sz="1100" dirty="0"/>
          </a:p>
        </p:txBody>
      </p:sp>
      <p:pic>
        <p:nvPicPr>
          <p:cNvPr id="13" name="Image 3" descr="assets/icon_whatsapp_6FBF7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57200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667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Now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366760" y="4910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kontribusi terhubung langsung ke WhatsApp komunitas.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GOHIJAU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5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 —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Donasi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035040" cy="4434840"/>
          </a:xfrm>
          <a:prstGeom prst="roundRect">
            <a:avLst>
              <a:gd name="adj" fmla="val 1237"/>
            </a:avLst>
          </a:prstGeom>
          <a:solidFill>
            <a:srgbClr val="283A2D"/>
          </a:solidFill>
          <a:ln/>
        </p:spPr>
      </p:sp>
      <p:pic>
        <p:nvPicPr>
          <p:cNvPr id="5" name="Image 0" descr="assets/donasi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874520"/>
            <a:ext cx="566928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6235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"Buat dunia menjadi lebih baik dengan uang yang Anda punya."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780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Donation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78040" y="219456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15233B"/>
          </a:solidFill>
          <a:ln/>
        </p:spPr>
      </p:sp>
      <p:pic>
        <p:nvPicPr>
          <p:cNvPr id="9" name="Image 1" descr="assets/icon_leaf_6FBF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134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10.000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178040" y="2816352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15233B"/>
          </a:solidFill>
          <a:ln/>
        </p:spPr>
      </p:sp>
      <p:pic>
        <p:nvPicPr>
          <p:cNvPr id="12" name="Image 2" descr="assets/icon_leaf_6FBF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352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25.000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178040" y="3438144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15233B"/>
          </a:solidFill>
          <a:ln/>
        </p:spPr>
      </p:sp>
      <p:pic>
        <p:nvPicPr>
          <p:cNvPr id="15" name="Image 3" descr="assets/icon_leaf_6FBF7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5570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80960" y="3438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50.000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178040" y="4059936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15233B"/>
          </a:solidFill>
          <a:ln/>
        </p:spPr>
      </p:sp>
      <p:pic>
        <p:nvPicPr>
          <p:cNvPr id="18" name="Image 4" descr="assets/icon_leaf_6FBF7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7880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0" y="40599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100.000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178040" y="47091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donasi mencatat nama, email, jumlah, pesan untuk lingkungan, dan bukti transfer — terhubung ke rekening BCA komunitas dan verifikasi via WhatsApp.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GOHIJAU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DESAIN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Hijau tenang, bukan hijau ramai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hijau tua dipilih agar terasa seperti hutan yang tenang, bukan poster kampanye yang ramai — dipadukan dengan krem hangat supaya teks tetap mudah dibaca dan terasa hangat, bukan dingin dan korporat.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3B5240"/>
          </a:solidFill>
          <a:ln w="12700">
            <a:solidFill>
              <a:srgbClr val="28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Green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5010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#3B5240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32004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5233B"/>
          </a:solidFill>
          <a:ln w="12700">
            <a:solidFill>
              <a:srgbClr val="28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4709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(panel)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5010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#15233B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32004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EFE3C2"/>
          </a:solidFill>
          <a:ln w="12700">
            <a:solidFill>
              <a:srgbClr val="28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709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Cream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5010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#EFE3C2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32004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6FBF73"/>
          </a:solidFill>
          <a:ln w="12700">
            <a:solidFill>
              <a:srgbClr val="283A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709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Accent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5010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#6FBF73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1783080"/>
            <a:ext cx="3977640" cy="4526280"/>
          </a:xfrm>
          <a:prstGeom prst="roundRect">
            <a:avLst>
              <a:gd name="adj" fmla="val 1379"/>
            </a:avLst>
          </a:prstGeom>
          <a:solidFill>
            <a:srgbClr val="283A2D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2423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besar &amp; tegas untuk ajakan bertindak, teks isi tetap ringkas dan mudah dipindai.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352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Visual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3703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daun &amp; lingkaran hijau muncul berulang di setiap bagian sebagai penanda identitas GoHijau.</a:t>
            </a:r>
            <a:endParaRPr lang="en-US" sz="1150" dirty="0"/>
          </a:p>
        </p:txBody>
      </p:sp>
      <p:pic>
        <p:nvPicPr>
          <p:cNvPr id="22" name="Image 0" descr="assets/icon_leaf_6FBF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572000"/>
            <a:ext cx="457200" cy="457200"/>
          </a:xfrm>
          <a:prstGeom prst="rect">
            <a:avLst/>
          </a:prstGeom>
        </p:spPr>
      </p:pic>
      <p:pic>
        <p:nvPicPr>
          <p:cNvPr id="23" name="Image 1" descr="assets/icon_recycle_EFE3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00"/>
            <a:ext cx="457200" cy="457200"/>
          </a:xfrm>
          <a:prstGeom prst="rect">
            <a:avLst/>
          </a:prstGeom>
        </p:spPr>
      </p:pic>
      <p:pic>
        <p:nvPicPr>
          <p:cNvPr id="24" name="Image 2" descr="assets/icon_seedling_6FBF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4572000"/>
            <a:ext cx="457200" cy="457200"/>
          </a:xfrm>
          <a:prstGeom prst="rect">
            <a:avLst/>
          </a:prstGeom>
        </p:spPr>
      </p:pic>
      <p:pic>
        <p:nvPicPr>
          <p:cNvPr id="25" name="Image 3" descr="assets/icon_heart_EFE3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45720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GOHIJAU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5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_hands_6FBF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aksi kecil,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perbedaan besar.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GoHijau — dirancang untuk mengajak lebih banyak orang menjalani gaya hidup ramah lingkungan, satu klik dan satu donasi kecil pada satu waktu.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4937760"/>
            <a:ext cx="7863840" cy="0"/>
          </a:xfrm>
          <a:prstGeom prst="line">
            <a:avLst/>
          </a:prstGeom>
          <a:noFill/>
          <a:ln w="19050">
            <a:solidFill>
              <a:srgbClr val="283A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oleh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54681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Fransisca Agnes Monalisa Pasaribu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897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 ·  fransiscapasaribu25@gmail.com  ·  github.com/fransiscapasaribu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B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GOHIJAU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2026-07-24T04:59:59Z</dcterms:created>
  <dcterms:modified xsi:type="dcterms:W3CDTF">2026-07-24T04:59:59Z</dcterms:modified>
</cp:coreProperties>
</file>